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55119" y="0"/>
            <a:ext cx="36576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InstitutePLUSE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12344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for Learning, Utility, Sustainability &amp; Engagement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0" y="1828800"/>
            <a:ext cx="2133295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659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Code: 1BPRJ258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28600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Interdisciplinary Project-Based Learning  |  Week 15–16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880360"/>
            <a:ext cx="5303520" cy="3291840"/>
          </a:xfrm>
          <a:prstGeom prst="roundRect">
            <a:avLst>
              <a:gd name="adj" fmla="val 2778"/>
            </a:avLst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880360"/>
            <a:ext cx="530352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017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352044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345643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Mallikarjun B Chikkabasur  —  CS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97280" y="393192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386791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Manoj G Raikar  —  CS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97280" y="434340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427939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Manthan T Patel  —  CS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97280" y="4754880"/>
            <a:ext cx="73152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469087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Bheemappa Talawar  —  AIML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97280" y="5166360"/>
            <a:ext cx="731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25880" y="510235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Kasirayagouda Umannavar  —  E&amp;C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97280" y="5577840"/>
            <a:ext cx="73152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25880" y="551383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Premkumar S Koppal  —  ME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2880360"/>
            <a:ext cx="5303520" cy="3291840"/>
          </a:xfrm>
          <a:prstGeom prst="roundRect">
            <a:avLst>
              <a:gd name="adj" fmla="val 2778"/>
            </a:avLst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2880360"/>
            <a:ext cx="530352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3017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92240" y="3566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Somashekar T M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492240" y="4114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92240" y="44348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ME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92240" y="4937760"/>
            <a:ext cx="3657600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50749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 College of Engineering, Belagavi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11480"/>
            <a:ext cx="109728" cy="32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Identity &amp; Vision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InstitutePLUSE: Building Smarter, Greener &amp; More Connected Campuses.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2011680" cy="3840480"/>
          </a:xfrm>
          <a:prstGeom prst="roundRect">
            <a:avLst>
              <a:gd name="adj" fmla="val 4545"/>
            </a:avLst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45920"/>
            <a:ext cx="201168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202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347472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SaaS-grade portal connecting all students, faculty, and administrators.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19095" y="1645920"/>
            <a:ext cx="2011680" cy="3840480"/>
          </a:xfrm>
          <a:prstGeom prst="roundRect">
            <a:avLst>
              <a:gd name="adj" fmla="val 4545"/>
            </a:avLst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19095" y="1645920"/>
            <a:ext cx="201168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10535" y="19202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2910535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56255" y="347472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Promoting educational growth with Focus Timers, Study Alarms, and Resource Hubs.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89550" y="1645920"/>
            <a:ext cx="2011680" cy="3840480"/>
          </a:xfrm>
          <a:prstGeom prst="roundRect">
            <a:avLst>
              <a:gd name="adj" fmla="val 4545"/>
            </a:avLst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89550" y="1645920"/>
            <a:ext cx="20116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80990" y="19202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518099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26710" y="347472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Simplifying campus life with QR Attendance, digital Canteen, and interactive maps.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60006" y="1645920"/>
            <a:ext cx="2011680" cy="3840480"/>
          </a:xfrm>
          <a:prstGeom prst="roundRect">
            <a:avLst>
              <a:gd name="adj" fmla="val 4545"/>
            </a:avLst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60006" y="1645920"/>
            <a:ext cx="201168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1446" y="19202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5400" dirty="0"/>
          </a:p>
        </p:txBody>
      </p:sp>
      <p:sp>
        <p:nvSpPr>
          <p:cNvPr id="25" name="Text 23"/>
          <p:cNvSpPr/>
          <p:nvPr/>
        </p:nvSpPr>
        <p:spPr>
          <a:xfrm>
            <a:off x="7451446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97166" y="347472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carbon footprints, track campus green covers, and earn eco-points.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630461" y="1645920"/>
            <a:ext cx="2011680" cy="3840480"/>
          </a:xfrm>
          <a:prstGeom prst="roundRect">
            <a:avLst>
              <a:gd name="adj" fmla="val 4545"/>
            </a:avLst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30461" y="1645920"/>
            <a:ext cx="201168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21901" y="19202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5400" dirty="0"/>
          </a:p>
        </p:txBody>
      </p:sp>
      <p:sp>
        <p:nvSpPr>
          <p:cNvPr id="30" name="Text 28"/>
          <p:cNvSpPr/>
          <p:nvPr/>
        </p:nvSpPr>
        <p:spPr>
          <a:xfrm>
            <a:off x="9721901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767621" y="347472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Motivating communities through team challenges, events, and live leaderboards.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11480"/>
            <a:ext cx="109728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20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868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impression — a premium, responsive web experience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481328"/>
            <a:ext cx="6400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3533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futuristic design with gradient accents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011680"/>
            <a:ext cx="6400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88366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download (Android APK) with one click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2542032"/>
            <a:ext cx="6400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41401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showcase with animated sections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3072384"/>
            <a:ext cx="6400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9443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login: Student, Faculty, Admin, Owner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3602736"/>
            <a:ext cx="6400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34747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campus statistics counter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4133088"/>
            <a:ext cx="6400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00507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navigation with smooth scrolling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4663440"/>
            <a:ext cx="6400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453542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SDG alignment badges displayed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5193792"/>
            <a:ext cx="6400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506577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 — mobile &amp; desktop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0" y="274320"/>
            <a:ext cx="6217920" cy="6217920"/>
          </a:xfrm>
          <a:prstGeom prst="roundRect">
            <a:avLst>
              <a:gd name="adj" fmla="val 1471"/>
            </a:avLst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4" name="Image 0" descr="C:\Users\dp862\OneDrive\Desktop\InstitutePluse\InstitutePluse\screenshoot\landing page I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0" y="457200"/>
            <a:ext cx="5852160" cy="5852160"/>
          </a:xfrm>
          <a:prstGeom prst="ellipse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11480"/>
            <a:ext cx="109728" cy="320040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20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System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868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role-based sign-in &amp; sign-up with brute-force protection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481328"/>
            <a:ext cx="64008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3533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routing: Student / Faculty / Admin / Owner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011680"/>
            <a:ext cx="64008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88366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with PostgreSQL RLS security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2542032"/>
            <a:ext cx="64008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41401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lockout — 3 attempts → 60s block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3072384"/>
            <a:ext cx="64008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9443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admin URL path for extra security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3602736"/>
            <a:ext cx="64008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34747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&amp; department selection on sign-up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4133088"/>
            <a:ext cx="64008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00507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avatar upload with real-time preview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4663440"/>
            <a:ext cx="64008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453542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validation &amp; password strength check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5193792"/>
            <a:ext cx="64008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506577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Auto-redirect based on authenticated role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0" y="274320"/>
            <a:ext cx="3017520" cy="6217920"/>
          </a:xfrm>
          <a:prstGeom prst="roundRect">
            <a:avLst>
              <a:gd name="adj" fmla="val 3030"/>
            </a:avLst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69680" y="274320"/>
            <a:ext cx="3017520" cy="6217920"/>
          </a:xfrm>
          <a:prstGeom prst="roundRect">
            <a:avLst>
              <a:gd name="adj" fmla="val 3030"/>
            </a:avLst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5" name="Image 0" descr="C:\Users\dp862\OneDrive\Desktop\InstitutePluse\InstitutePluse\screenshoot\Signin Page I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06440" y="457200"/>
            <a:ext cx="2743200" cy="5852160"/>
          </a:xfrm>
          <a:prstGeom prst="ellipse">
            <a:avLst/>
          </a:prstGeom>
        </p:spPr>
      </p:pic>
      <p:pic>
        <p:nvPicPr>
          <p:cNvPr id="26" name="Image 1" descr="C:\Users\dp862\OneDrive\Desktop\InstitutePluse\InstitutePluse\screenshoot\Signup Page I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006840" y="457200"/>
            <a:ext cx="2743200" cy="5852160"/>
          </a:xfrm>
          <a:prstGeom prst="ellipse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11480"/>
            <a:ext cx="109728" cy="32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20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868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personalized command center for every student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481328"/>
            <a:ext cx="6400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3533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XP level &amp; progress bar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011680"/>
            <a:ext cx="6400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88366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Score gauge with daily insights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2542032"/>
            <a:ext cx="6400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41401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percentage tracker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3072384"/>
            <a:ext cx="6400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9443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Quick-action cards: Log Carbon, Scan QR, Events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3602736"/>
            <a:ext cx="6400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34747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counter &amp; badge showcase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4133088"/>
            <a:ext cx="6400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00507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classes &amp; assignment reminders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4663440"/>
            <a:ext cx="6400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453542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broadcast alert banners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5193792"/>
            <a:ext cx="6400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506577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ranking preview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0" y="274320"/>
            <a:ext cx="6217920" cy="6217920"/>
          </a:xfrm>
          <a:prstGeom prst="roundRect">
            <a:avLst>
              <a:gd name="adj" fmla="val 1471"/>
            </a:avLst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4" name="Image 0" descr="C:\Users\dp862\OneDrive\Desktop\InstitutePluse\InstitutePluse\screenshoot\Student 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0" y="457200"/>
            <a:ext cx="5852160" cy="5852160"/>
          </a:xfrm>
          <a:prstGeom prst="ellipse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11480"/>
            <a:ext cx="109728" cy="32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20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Footprint Tracker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868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IPCC-standard daily carbon logging with gamified rewards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481328"/>
            <a:ext cx="6400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3533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travel: Car, Bike, Bus, Walk (per-km CO₂ factors)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011680"/>
            <a:ext cx="6400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88366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Electricity: Indian Grid factor 0.82 kg CO₂/kWh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2542032"/>
            <a:ext cx="6400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41401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Meals: Veg / Vegan / Non-Veg carbon values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3072384"/>
            <a:ext cx="6400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9443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usage &amp; waste generation tracking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3602736"/>
            <a:ext cx="6400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34747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Score = max(0, 100 − (Emissions/5.0) × 100)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4133088"/>
            <a:ext cx="6400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00507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rewards: +10 base, +60 perfect, +15 walk/vegan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4663440"/>
            <a:ext cx="6400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453542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Streaks: 3-day (+30), 7-day (+75), 30-day (+200 XP)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5193792"/>
            <a:ext cx="6400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506577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Anti-cheat: yesterday-only, hard limits, cross-check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0" y="274320"/>
            <a:ext cx="6217920" cy="6217920"/>
          </a:xfrm>
          <a:prstGeom prst="roundRect">
            <a:avLst>
              <a:gd name="adj" fmla="val 1471"/>
            </a:avLst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4" name="Image 0" descr="C:\Users\dp862\OneDrive\Desktop\InstitutePluse\InstitutePluse\screenshoot\carbon sycn I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0" y="457200"/>
            <a:ext cx="5852160" cy="5852160"/>
          </a:xfrm>
          <a:prstGeom prst="ellipse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11480"/>
            <a:ext cx="109728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20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QR Attendance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868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Anti-proxy attendance with GPS verification &amp; real-time tracking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481328"/>
            <a:ext cx="6400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3533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Batch-specific QR codes tied to class timetable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011680"/>
            <a:ext cx="6400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88366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codes cycle every 10 seconds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2542032"/>
            <a:ext cx="6400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41401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geolocation verification — campus fence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3072384"/>
            <a:ext cx="6400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9443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scan per device — prevents proxy sharing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3602736"/>
            <a:ext cx="6400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34747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Faculty: real-time present/absent list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4133088"/>
            <a:ext cx="6400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00507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timers, assign substitutes, cancel classes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4663440"/>
            <a:ext cx="6400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453542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analytics with date-range filtering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5193792"/>
            <a:ext cx="6400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506577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Excel/PDF with verification QR codes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0" y="274320"/>
            <a:ext cx="6217920" cy="6217920"/>
          </a:xfrm>
          <a:prstGeom prst="roundRect">
            <a:avLst>
              <a:gd name="adj" fmla="val 1471"/>
            </a:avLst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4" name="Image 0" descr="C:\Users\dp862\OneDrive\Desktop\InstitutePluse\InstitutePluse\screenshoot\Attendence I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0" y="457200"/>
            <a:ext cx="5852160" cy="5852160"/>
          </a:xfrm>
          <a:prstGeom prst="ellipse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11480"/>
            <a:ext cx="109728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20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Dashboard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868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class management &amp; academic resource hub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481328"/>
            <a:ext cx="6400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3533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classes: cancel, reschedule, swap rooms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011680"/>
            <a:ext cx="6400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88366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substitute faculty with one click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2542032"/>
            <a:ext cx="6400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41401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Resource Hub: upload PDFs, links, videos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3072384"/>
            <a:ext cx="6400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9443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Subject-wise resource organization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3602736"/>
            <a:ext cx="6400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34747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 XP trophies directly to students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4133088"/>
            <a:ext cx="6400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00507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to student devices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4663440"/>
            <a:ext cx="6400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453542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history &amp; analytics per batch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5193792"/>
            <a:ext cx="6400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506577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 for day-to-day operations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0" y="274320"/>
            <a:ext cx="6217920" cy="6217920"/>
          </a:xfrm>
          <a:prstGeom prst="roundRect">
            <a:avLst>
              <a:gd name="adj" fmla="val 1471"/>
            </a:avLst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4" name="Image 0" descr="C:\Users\dp862\OneDrive\Desktop\InstitutePluse\InstitutePluse\screenshoot\faculty dashboard I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0" y="457200"/>
            <a:ext cx="5852160" cy="5852160"/>
          </a:xfrm>
          <a:prstGeom prst="ellipse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11480"/>
            <a:ext cx="109728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20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Eco-Cafeteria Hub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868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canteen ordering with carbon labels per menu item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481328"/>
            <a:ext cx="6400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3533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digital menu with pricing &amp; carbon weight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011680"/>
            <a:ext cx="6400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88366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labels: Idli (0.3 kg), Egg Rice (1.0 kg CO₂)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2542032"/>
            <a:ext cx="6400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41401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shows cumulative price + CO₂ impact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3072384"/>
            <a:ext cx="6400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9443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receipt generation for pickup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3602736"/>
            <a:ext cx="6400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34747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order status: Pending → Ready → Done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4133088"/>
            <a:ext cx="6400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00507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Canteen owner scanner for instant fulfillment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4663440"/>
            <a:ext cx="6400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453542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Anti-cheat cross-reference with carbon logs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5193792"/>
            <a:ext cx="6400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506577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Category-wise filtering &amp; search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0" y="274320"/>
            <a:ext cx="6217920" cy="6217920"/>
          </a:xfrm>
          <a:prstGeom prst="roundRect">
            <a:avLst>
              <a:gd name="adj" fmla="val 1471"/>
            </a:avLst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4" name="Image 0" descr="C:\Users\dp862\OneDrive\Desktop\InstitutePluse\InstitutePluse\screenshoot\Cafeteria Hub Manage I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0" y="457200"/>
            <a:ext cx="5852160" cy="5852160"/>
          </a:xfrm>
          <a:prstGeom prst="ellipse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11480"/>
            <a:ext cx="109728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20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Team Registration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868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/ Duo / Trio / Squad event registration with invite system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481328"/>
            <a:ext cx="6400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3533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team formats: Solo, Duo, Trio, Squad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011680"/>
            <a:ext cx="6400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88366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Classmate search &amp; invite system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2542032"/>
            <a:ext cx="6400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41401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Leader-only chat rooms for coordination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3072384"/>
            <a:ext cx="6400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9443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Full-width responsive roster tables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3602736"/>
            <a:ext cx="6400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34747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&amp; PDF export with verification QR codes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4133088"/>
            <a:ext cx="6400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00507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countdown timers &amp; reminders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4663440"/>
            <a:ext cx="6400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453542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status tracking dashboard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5193792"/>
            <a:ext cx="6400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506577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event creation &amp; management panel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0" y="274320"/>
            <a:ext cx="3017520" cy="6217920"/>
          </a:xfrm>
          <a:prstGeom prst="roundRect">
            <a:avLst>
              <a:gd name="adj" fmla="val 3030"/>
            </a:avLst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69680" y="274320"/>
            <a:ext cx="3017520" cy="6217920"/>
          </a:xfrm>
          <a:prstGeom prst="roundRect">
            <a:avLst>
              <a:gd name="adj" fmla="val 3030"/>
            </a:avLst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5" name="Image 0" descr="C:\Users\dp862\OneDrive\Desktop\InstitutePluse\InstitutePluse\screenshoot\Mange Event I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06440" y="457200"/>
            <a:ext cx="2743200" cy="5852160"/>
          </a:xfrm>
          <a:prstGeom prst="ellipse">
            <a:avLst/>
          </a:prstGeom>
        </p:spPr>
      </p:pic>
      <p:pic>
        <p:nvPicPr>
          <p:cNvPr id="26" name="Image 1" descr="C:\Users\dp862\OneDrive\Desktop\InstitutePluse\InstitutePluse\screenshoot\invaition of event I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006840" y="457200"/>
            <a:ext cx="2743200" cy="5852160"/>
          </a:xfrm>
          <a:prstGeom prst="ellipse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11480"/>
            <a:ext cx="109728" cy="32004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20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Canteen Owner Dashboard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868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order management &amp; menu control panel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481328"/>
            <a:ext cx="64008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3533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order queue with status management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011680"/>
            <a:ext cx="64008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88366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scanner for order verification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2542032"/>
            <a:ext cx="64008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41401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item CRUD: add, edit, price, carbon label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3072384"/>
            <a:ext cx="64008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9443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sales analytics &amp; revenue tracking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3602736"/>
            <a:ext cx="64008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34747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 with date-range filter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4133088"/>
            <a:ext cx="64008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00507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availability toggle per item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4663440"/>
            <a:ext cx="64008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453542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for new orders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5193792"/>
            <a:ext cx="64008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506577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impact summary across all orders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0" y="274320"/>
            <a:ext cx="6217920" cy="6217920"/>
          </a:xfrm>
          <a:prstGeom prst="roundRect">
            <a:avLst>
              <a:gd name="adj" fmla="val 1471"/>
            </a:avLst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4" name="Image 0" descr="C:\Users\dp862\OneDrive\Desktop\InstitutePluse\InstitutePluse\screenshoot\owner dasjboard I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0" y="457200"/>
            <a:ext cx="5852160" cy="5852160"/>
          </a:xfrm>
          <a:prstGeom prst="ellipse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11480"/>
            <a:ext cx="109728" cy="320040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20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868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Campus-wide control center with real-time metrics &amp; CMS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481328"/>
            <a:ext cx="64008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3533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campus sustainability metrics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011680"/>
            <a:ext cx="64008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88366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CMS editor — live updates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2542032"/>
            <a:ext cx="64008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41401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&amp; faculty user management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3072384"/>
            <a:ext cx="64008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9443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Anti-cheat quarantine panel — ban cheaters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3602736"/>
            <a:ext cx="64008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34747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Cover inventory: trees, grass, absorption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4133088"/>
            <a:ext cx="64008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00507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audit logs with export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4663440"/>
            <a:ext cx="64008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453542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system: urgent/warning/info alerts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5193792"/>
            <a:ext cx="64008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506577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&amp; Found + complaint moderation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0" y="274320"/>
            <a:ext cx="6217920" cy="6217920"/>
          </a:xfrm>
          <a:prstGeom prst="roundRect">
            <a:avLst>
              <a:gd name="adj" fmla="val 1471"/>
            </a:avLst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4" name="Image 0" descr="C:\Users\dp862\OneDrive\Desktop\InstitutePluse\InstitutePluse\screenshoot\Admin dashboard I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0" y="457200"/>
            <a:ext cx="5852160" cy="5852160"/>
          </a:xfrm>
          <a:prstGeom prst="ellipse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55119" y="0"/>
            <a:ext cx="36576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6304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InstitutePLUSE — Building Smarter, Greener &amp; More Connected Campuses.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0" y="3291840"/>
            <a:ext cx="3047695" cy="27432"/>
          </a:xfrm>
          <a:prstGeom prst="rect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5204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 •  Tailwind CSS v4  •  Supabase  •  Capacitor  •  Framer Motion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9776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UN SDG: Goal 4 (Education)  •  Goal 11 (Sustainable Cities)  •  Goal 12 (Responsible Consumption)  •  Goal 13 (Climate Action)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4663440"/>
            <a:ext cx="5790895" cy="1554480"/>
          </a:xfrm>
          <a:prstGeom prst="roundRect">
            <a:avLst>
              <a:gd name="adj" fmla="val 5882"/>
            </a:avLst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4663440"/>
            <a:ext cx="5790895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47548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1BPRJ258 — Interdisciplinary Project-Based Learning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50749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Prof. Somashekar T M  |  Dept. of 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53492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 College of Engineering, Belagavi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56692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15–16  |  2025–26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2026-07-18T05:13:11Z</dcterms:created>
  <dcterms:modified xsi:type="dcterms:W3CDTF">2026-07-18T05:13:11Z</dcterms:modified>
</cp:coreProperties>
</file>